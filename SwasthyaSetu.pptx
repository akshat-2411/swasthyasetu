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-82" y="-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358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3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822960"/>
            <a:ext cx="640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SwasthyaSetu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Rural India &amp; Quality Healthcare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32004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Akshat Sharma &amp; Akshay Verma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gap in rural India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SwasthyaSetu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and vision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1821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Overview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 offers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1422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API (LLaMA 3)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2618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Locator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mapping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219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468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1821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182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4924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Tracker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timeline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41422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114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49240" y="43891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English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SwasthyaSetu was built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access in rural India remains critically broken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914400"/>
          </a:xfrm>
          <a:prstGeom prst="rect">
            <a:avLst/>
          </a:prstGeom>
          <a:solidFill>
            <a:srgbClr val="E0F5F7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6733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00253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lack access to verified medical triage procedures and unknowingly rely on predatory word-of-mouth diagnosis instead of evidence-based guidance.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8412480" cy="914400"/>
          </a:xfrm>
          <a:prstGeom prst="rect">
            <a:avLst/>
          </a:prstGeom>
          <a:solidFill>
            <a:srgbClr val="FFF0F0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smtClean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7249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Emergency Response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05409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"Golden Hour" of medical emergencies is frequently lost merely trying to locate working medical facilities or emergency contacts.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E0F5F7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7764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Literacy Gap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410565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 language barrier prevents non-English-speaking rural populations from interacting with modern diagnostic tech or understanding symptom severity.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53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80160" y="731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000000"/>
                </a:solidFill>
              </a:rPr>
              <a:t>🏥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8288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SwasthyaSetu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"Health Bridge"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2971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heart of India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457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0" y="10058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construct a digital bridge that ensures no remote demographic is left paralyzed by an unexpected health crisis — democratizing access to medical triage across rural India.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0" y="27432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2724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generative AI to guide users from symptom detection to professional care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321868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07408" y="3200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rural citizen has access to emergency health information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69417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36758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language barriers with native Hindi &amp; English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416966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41513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complete health companion for underserved communities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powerful tools in one app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7772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3) for ultra-fast risk assessment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0" y="777240"/>
            <a:ext cx="822960" cy="8229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4612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Locator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GPS-powered nearest facility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777240"/>
            <a:ext cx="822960" cy="82296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🆘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SMS with precise location sharing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81912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0592" y="2697480"/>
            <a:ext cx="822960" cy="82296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0592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73352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Tracker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73352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immunization timeline 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62272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30952" y="269748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53712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Engine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53712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Hindi &amp; English toggling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Checker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Groq API  ·  LLaMA 3 Model  ·  Ultra-Low Latency Inference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3749040"/>
          </a:xfrm>
          <a:prstGeom prst="rect">
            <a:avLst/>
          </a:prstGeom>
          <a:solidFill>
            <a:srgbClr val="10192E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1463040" cy="457200"/>
          </a:xfrm>
          <a:prstGeom prst="rect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GROQ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• 70B Parameters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Groq?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292608" cy="292608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3225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faster than traditional GPU inference — responses in milliseconds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292608" cy="292608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96265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(Meta) — open-source, medically capable large language model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630168"/>
            <a:ext cx="292608" cy="292608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6027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38404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free tier makes it ideal for student &amp; open-source projects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270248"/>
            <a:ext cx="292608" cy="292608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42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42428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8680" y="4480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REST API — drop-in replacement compatible with OpenAI SDK format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10972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63440" y="1554480"/>
            <a:ext cx="4160520" cy="594360"/>
          </a:xfrm>
          <a:prstGeom prst="rect">
            <a:avLst/>
          </a:prstGeom>
          <a:solidFill>
            <a:srgbClr val="1019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682496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Symptoms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1856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symptoms in Hindi or English in the chat interface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21579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5036"/>
                </a:solidFill>
              </a:rPr>
              <a:t>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249424"/>
            <a:ext cx="4160520" cy="594360"/>
          </a:xfrm>
          <a:prstGeom prst="rect">
            <a:avLst/>
          </a:prstGeom>
          <a:solidFill>
            <a:srgbClr val="10192E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377440"/>
            <a:ext cx="329184" cy="329184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📡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20640" y="2295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Called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2551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sends POST request to api.groq.com/openai/v1/chat/completions with LLaMA 3 model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28529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5036"/>
                </a:solidFill>
              </a:rPr>
              <a:t>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944368"/>
            <a:ext cx="4160520" cy="594360"/>
          </a:xfrm>
          <a:prstGeom prst="rect">
            <a:avLst/>
          </a:prstGeom>
          <a:solidFill>
            <a:srgbClr val="1019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07238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20640" y="2990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Inference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3246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</a:t>
            </a:r>
            <a:r>
              <a:rPr lang="en-US" sz="9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smtClean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</a:t>
            </a:r>
            <a:r>
              <a:rPr lang="en-US" sz="9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processes the query in milliseconds — far faster than GPUs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75120" y="3547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5036"/>
                </a:solidFill>
              </a:rPr>
              <a:t>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3639312"/>
            <a:ext cx="4160520" cy="594360"/>
          </a:xfrm>
          <a:prstGeom prst="rect">
            <a:avLst/>
          </a:prstGeom>
          <a:solidFill>
            <a:srgbClr val="1019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76732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20640" y="3685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Returned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20640" y="3941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health insights, severity rating &amp; action recommendations displayed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75120" y="4242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5036"/>
                </a:solidFill>
              </a:rPr>
              <a:t>↓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4334256"/>
            <a:ext cx="4160520" cy="594360"/>
          </a:xfrm>
          <a:prstGeom prst="rect">
            <a:avLst/>
          </a:prstGeom>
          <a:solidFill>
            <a:srgbClr val="1019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44622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🏥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20640" y="4379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Suggested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20640" y="4636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recommends rest, clinic visit, or emergency SOS based on AI output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5074920"/>
            <a:ext cx="4160520" cy="0"/>
          </a:xfrm>
          <a:prstGeom prst="rect">
            <a:avLst/>
          </a:prstGeom>
          <a:solidFill>
            <a:srgbClr val="10192E"/>
          </a:solidFill>
          <a:ln w="12700">
            <a:solidFill>
              <a:srgbClr val="10192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Locator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GPS-powered facility mapping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029200" cy="3657600"/>
          </a:xfrm>
          <a:prstGeom prst="rect">
            <a:avLst/>
          </a:prstGeom>
          <a:solidFill>
            <a:srgbClr val="E8F4F8"/>
          </a:solidFill>
          <a:ln/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Live Map 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000000"/>
                </a:solidFill>
              </a:rPr>
              <a:t>🗺️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real-time hospital markers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distance and route information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user's current GPS location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1720" y="388620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235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26480" y="11704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Hospitals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14813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locates all medical facilities within your area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235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6480" y="20848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Navigation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integration for seamless routing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235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smtClean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29992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Golden Hour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time wasted searching during emergencies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235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39136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42245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location data for areas with poor connectivity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D62828">
              <a:alpha val="15000"/>
            </a:srgbClr>
          </a:solidFill>
          <a:ln w="12700">
            <a:solidFill>
              <a:srgbClr val="D6282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0" y="1371600"/>
            <a:ext cx="2377440" cy="2377440"/>
          </a:xfrm>
          <a:prstGeom prst="ellipse">
            <a:avLst/>
          </a:prstGeom>
          <a:solidFill>
            <a:srgbClr val="D62828">
              <a:alpha val="30000"/>
            </a:srgbClr>
          </a:solidFill>
          <a:ln w="12700">
            <a:solidFill>
              <a:srgbClr val="D6282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1828800"/>
            <a:ext cx="1463040" cy="146304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🆘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SOS Works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64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presses the SOS button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76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captures precise GPS coordinates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587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SMS is composed automatically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99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dispatched to all emergency contacts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228600" cy="2286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107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shared in real 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Pan-App Accessibility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508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SOS button is accessible from every screen in the app — never more than one tap away during a crisis.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2468880" cy="640080"/>
          </a:xfrm>
          <a:prstGeom prst="rect">
            <a:avLst/>
          </a:prstGeom>
          <a:solidFill>
            <a:srgbClr val="D6282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SEND SOS NOW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configuration required — works the moment you log in.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Tracker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personalized immunization timeline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History Timeline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8412480" cy="457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8608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11296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43984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1104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76672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42048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74736" y="2029968"/>
            <a:ext cx="246888" cy="24688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91856" y="2331720"/>
            <a:ext cx="6217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32104" y="2148840"/>
            <a:ext cx="18288" cy="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" y="17830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" y="15727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Booster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97480" y="2148840"/>
            <a:ext cx="18288" cy="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17830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1460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85416" y="15727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 Shot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95544" y="2148840"/>
            <a:ext cx="18288" cy="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12664" y="17830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1266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83480" y="15727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Hepatitis B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293608" y="2148840"/>
            <a:ext cx="18288" cy="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0728" y="1783080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10728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81544" y="157276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Typhoid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267004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828800" y="2670048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5740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2907792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65760" y="2907792"/>
            <a:ext cx="54864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02920" y="33192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Past Vaccines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2920" y="362102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immunization history with dates and providers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2907792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2907792"/>
            <a:ext cx="54864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800600" y="33192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800600" y="362102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FCM-powered notifications for upcoming vaccination schedules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40233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65760" y="4023360"/>
            <a:ext cx="54864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02920" y="4434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Schedule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" y="473659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calculates when your next doses are due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663440" y="40233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663440" y="4023360"/>
            <a:ext cx="54864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63" name="Text 61"/>
          <p:cNvSpPr/>
          <p:nvPr/>
        </p:nvSpPr>
        <p:spPr>
          <a:xfrm>
            <a:off x="4800600" y="44348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Profiles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800600" y="473659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vaccination records for your entire family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language barrier in healthcare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4572000" cy="4137660"/>
          </a:xfrm>
          <a:prstGeom prst="rect">
            <a:avLst/>
          </a:prstGeom>
          <a:solidFill>
            <a:srgbClr val="E0F5F7"/>
          </a:solidFill>
          <a:ln w="12700">
            <a:solidFill>
              <a:srgbClr val="E0F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dirty="0">
                <a:solidFill>
                  <a:srgbClr val="000000"/>
                </a:solidFill>
              </a:rPr>
              <a:t>🌍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7744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148840" y="2834640"/>
            <a:ext cx="36576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1148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Seamless, one-tap language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toggling across the entire 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Language Matters in Healthcare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4023360" cy="685800"/>
          </a:xfrm>
          <a:prstGeom prst="rect">
            <a:avLst/>
          </a:prstGeom>
          <a:solidFill>
            <a:srgbClr val="E0F5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🗣️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16642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populations communicate primarily in regional languages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404872"/>
            <a:ext cx="4023360" cy="685800"/>
          </a:xfrm>
          <a:prstGeom prst="rect">
            <a:avLst/>
          </a:prstGeom>
          <a:solidFill>
            <a:srgbClr val="F8F8F8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246888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terminology is inherently complex — local language reduces errors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9544"/>
            <a:ext cx="4023360" cy="685800"/>
          </a:xfrm>
          <a:prstGeom prst="rect">
            <a:avLst/>
          </a:prstGeom>
          <a:solidFill>
            <a:srgbClr val="E0F5F7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32735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user trust and increases app adoption in rural areas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4014216"/>
            <a:ext cx="4023360" cy="685800"/>
          </a:xfrm>
          <a:prstGeom prst="rect">
            <a:avLst/>
          </a:prstGeom>
          <a:solidFill>
            <a:srgbClr val="F8F8F8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40782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comprehension during emergencies saves critical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663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values/ (English) + values-hi/ (Hindi) with dynamic runtime switching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modern, industry-standard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51760" cy="457200"/>
          </a:xfrm>
          <a:prstGeom prst="rect">
            <a:avLst/>
          </a:prstGeom>
          <a:solidFill>
            <a:srgbClr val="7F52FF"/>
          </a:solidFill>
          <a:ln w="12700">
            <a:solidFill>
              <a:srgbClr val="7F5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16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17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🔷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216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51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43000"/>
            <a:ext cx="2651760" cy="457200"/>
          </a:xfrm>
          <a:prstGeom prst="rect">
            <a:avLst/>
          </a:prstGeom>
          <a:solidFill>
            <a:srgbClr val="6200EE"/>
          </a:solidFill>
          <a:ln w="12700">
            <a:solidFill>
              <a:srgbClr val="620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216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/ XML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17520"/>
            <a:ext cx="2651760" cy="457200"/>
          </a:xfrm>
          <a:prstGeom prst="rect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Firebase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2651760" cy="457200"/>
          </a:xfrm>
          <a:prstGeom prst="rect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29184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017520"/>
            <a:ext cx="2651760" cy="4572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GPS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12648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testable, and scalable design pattern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669280" cy="1005840"/>
          </a:xfrm>
          <a:prstGeom prst="rect">
            <a:avLst/>
          </a:prstGeom>
          <a:solidFill>
            <a:srgbClr val="4285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Activities &amp; Fragments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 that subscribe to ViewModels via LiveData/StateFlow. Dynamically update when data state changes.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2121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observes LiveData/StateFlow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566928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 smtClean="0">
                <a:solidFill>
                  <a:srgbClr val="000000"/>
                </a:solidFill>
              </a:rPr>
              <a:t>⚙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State Management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business logic. Manages AI queries, aggregates Firebase data, and prepares state for UI. Memory-leak safe.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3355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calls repository methods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5669280" cy="10058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/ MODEL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023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Orchestration Layer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raw data fetches from Firebase and Groq API. Keeps ViewModel unaware of network mechanics.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/ App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launch to life-saving action — step by step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6060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SwasthyaSetu &amp; signs in via Google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71800" y="1920240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430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43000"/>
            <a:ext cx="26060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9184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Quick-access to all features &amp; health tips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06440" y="1920240"/>
            <a:ext cx="2286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7830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1430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143000"/>
            <a:ext cx="2606040" cy="411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2070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2648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symptoms; Groq LLaMA 3 responds in milliseconds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 continues below  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291840"/>
            <a:ext cx="26060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355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5720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Hospital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locates nearest clinic or emergency facility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71800" y="4069080"/>
            <a:ext cx="228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39319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329184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3291840"/>
            <a:ext cx="2606040" cy="41148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355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0624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🆘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329184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291840" y="4663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SMS with live location dispatched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06440" y="4069080"/>
            <a:ext cx="2286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39319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</a:rPr>
              <a:t>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035040" y="329184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291840"/>
            <a:ext cx="2606040" cy="4114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355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794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💉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612648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Vaccines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4663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history &amp; get upcoming schedule reminders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 for SwasthyaSetu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54864" cy="3749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79392" y="134416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3977640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52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32688" y="1197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Q3 2025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453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691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consultations with certified doctors directly inside the 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79392" y="2276856"/>
            <a:ext cx="384048" cy="384048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075688"/>
            <a:ext cx="3977640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075688"/>
            <a:ext cx="54864" cy="8046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13248" y="2130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Q4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13248" y="2386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Disease Prediction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13248" y="2624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trained on regional health data for outbreak early warnings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79392" y="3209544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008376"/>
            <a:ext cx="3977640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08376"/>
            <a:ext cx="54864" cy="8046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2688" y="3063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Q1 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3319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Dashboard &amp; Analytics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35570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weekly health reports, BMI tracking, and trend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79392" y="414223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941064"/>
            <a:ext cx="3977640" cy="804672"/>
          </a:xfrm>
          <a:prstGeom prst="rect">
            <a:avLst/>
          </a:prstGeom>
          <a:solidFill>
            <a:srgbClr val="1A2E4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941064"/>
            <a:ext cx="54864" cy="8046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13248" y="3995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Q2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13248" y="4251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Regional Languages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13248" y="44897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beyond Hindi/English to Tamil, Bengali, Marathi, and more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Social Benefits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SwasthyaSetu's contribution to rural India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population lives in rural areas with limited healthcare access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371600"/>
          </a:xfrm>
          <a:prstGeom prst="rect">
            <a:avLst/>
          </a:prstGeom>
          <a:solidFill>
            <a:srgbClr val="D62828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704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918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saved by instant hospital location &amp; SOS dispatch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1097280"/>
            <a:ext cx="2651760" cy="1371600"/>
          </a:xfrm>
          <a:prstGeom prst="rect">
            <a:avLst/>
          </a:prstGeom>
          <a:solidFill>
            <a:srgbClr val="02C39A"/>
          </a:solidFill>
          <a:ln/>
          <a:effectLst>
            <a:outerShdw blurRad="1270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1704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Lang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English support breaking literacy and language barriers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51760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Urban-Rural Divide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big-city healthcare knowledge to villages, hamlets, and remote towns across India.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26517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651760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94760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3127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and live hospital locator dramatically cut down life-threatening delays.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65176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651760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29400" y="27432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Health Literacy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1272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guidance educates users on symptoms, severity, and when to seek care.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22192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0120" y="39136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for Users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297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to use — no consultation fees, no paywalls, no hidden charges.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0" y="382219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822192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794760" y="39136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Private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37560" y="4297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and secure data handling keep all health records protected.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822192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822192"/>
            <a:ext cx="54864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29400" y="391363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53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India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72200" y="4297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handle millions of rural users with offline-capable features and low data usage.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53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51960" y="457200"/>
            <a:ext cx="640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05156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SwasthyaSetu — Healthcare for Every Indian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3840480"/>
            <a:ext cx="5120640" cy="960120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91363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418795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 Sharma  &amp;  Akshay Verma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1285</Words>
  <Application>Microsoft Office PowerPoint</Application>
  <PresentationFormat>On-screen Show (16:9)</PresentationFormat>
  <Paragraphs>323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SwasthyaSetu - Healthcare App</dc:title>
  <dc:subject>PptxGenJS Presentation</dc:subject>
  <dc:creator>Akshat Sharma &amp; Akshay Verma</dc:creator>
  <cp:lastModifiedBy>Akshat</cp:lastModifiedBy>
  <cp:revision>7</cp:revision>
  <dcterms:created xsi:type="dcterms:W3CDTF">2026-04-26T18:41:57Z</dcterms:created>
  <dcterms:modified xsi:type="dcterms:W3CDTF">2026-04-27T09:16:52Z</dcterms:modified>
</cp:coreProperties>
</file>